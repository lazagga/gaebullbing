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9" r:id="rId3"/>
    <p:sldId id="258" r:id="rId4"/>
    <p:sldId id="260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1B270-41F1-4588-88CB-14233261784F}" v="13" dt="2026-07-17T11:13:33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종현 윤" userId="1a0b240d391ae9a7" providerId="LiveId" clId="{B81CFF41-7453-4AB5-A0BF-1E51A64F1F21}"/>
    <pc:docChg chg="custSel addSld delSld modSld sldOrd">
      <pc:chgData name="종현 윤" userId="1a0b240d391ae9a7" providerId="LiveId" clId="{B81CFF41-7453-4AB5-A0BF-1E51A64F1F21}" dt="2026-07-17T11:17:00.826" v="161"/>
      <pc:docMkLst>
        <pc:docMk/>
      </pc:docMkLst>
      <pc:sldChg chg="modSp mod">
        <pc:chgData name="종현 윤" userId="1a0b240d391ae9a7" providerId="LiveId" clId="{B81CFF41-7453-4AB5-A0BF-1E51A64F1F21}" dt="2026-07-17T11:13:33.532" v="146" actId="20577"/>
        <pc:sldMkLst>
          <pc:docMk/>
          <pc:sldMk cId="0" sldId="258"/>
        </pc:sldMkLst>
        <pc:spChg chg="mod">
          <ac:chgData name="종현 윤" userId="1a0b240d391ae9a7" providerId="LiveId" clId="{B81CFF41-7453-4AB5-A0BF-1E51A64F1F21}" dt="2026-07-17T11:13:33.532" v="146" actId="20577"/>
          <ac:spMkLst>
            <pc:docMk/>
            <pc:sldMk cId="0" sldId="258"/>
            <ac:spMk id="9" creationId="{00000000-0000-0000-0000-000000000000}"/>
          </ac:spMkLst>
        </pc:spChg>
      </pc:sldChg>
      <pc:sldChg chg="ord">
        <pc:chgData name="종현 윤" userId="1a0b240d391ae9a7" providerId="LiveId" clId="{B81CFF41-7453-4AB5-A0BF-1E51A64F1F21}" dt="2026-07-17T11:17:00.826" v="161"/>
        <pc:sldMkLst>
          <pc:docMk/>
          <pc:sldMk cId="0" sldId="259"/>
        </pc:sldMkLst>
      </pc:sldChg>
      <pc:sldChg chg="modSp mod">
        <pc:chgData name="종현 윤" userId="1a0b240d391ae9a7" providerId="LiveId" clId="{B81CFF41-7453-4AB5-A0BF-1E51A64F1F21}" dt="2026-07-17T11:13:08.997" v="44"/>
        <pc:sldMkLst>
          <pc:docMk/>
          <pc:sldMk cId="0" sldId="260"/>
        </pc:sldMkLst>
        <pc:spChg chg="mod">
          <ac:chgData name="종현 윤" userId="1a0b240d391ae9a7" providerId="LiveId" clId="{B81CFF41-7453-4AB5-A0BF-1E51A64F1F21}" dt="2026-07-17T11:13:08.997" v="44"/>
          <ac:spMkLst>
            <pc:docMk/>
            <pc:sldMk cId="0" sldId="260"/>
            <ac:spMk id="9" creationId="{00000000-0000-0000-0000-000000000000}"/>
          </ac:spMkLst>
        </pc:spChg>
      </pc:sldChg>
      <pc:sldChg chg="delSp del mod">
        <pc:chgData name="종현 윤" userId="1a0b240d391ae9a7" providerId="LiveId" clId="{B81CFF41-7453-4AB5-A0BF-1E51A64F1F21}" dt="2026-07-17T11:12:51.861" v="4" actId="2696"/>
        <pc:sldMkLst>
          <pc:docMk/>
          <pc:sldMk cId="0" sldId="263"/>
        </pc:sldMkLst>
        <pc:spChg chg="del">
          <ac:chgData name="종현 윤" userId="1a0b240d391ae9a7" providerId="LiveId" clId="{B81CFF41-7453-4AB5-A0BF-1E51A64F1F21}" dt="2026-07-17T11:12:48.210" v="3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종현 윤" userId="1a0b240d391ae9a7" providerId="LiveId" clId="{B81CFF41-7453-4AB5-A0BF-1E51A64F1F21}" dt="2026-07-17T11:12:48.210" v="3" actId="478"/>
          <ac:spMkLst>
            <pc:docMk/>
            <pc:sldMk cId="0" sldId="263"/>
            <ac:spMk id="9" creationId="{00000000-0000-0000-0000-000000000000}"/>
          </ac:spMkLst>
        </pc:spChg>
        <pc:picChg chg="del">
          <ac:chgData name="종현 윤" userId="1a0b240d391ae9a7" providerId="LiveId" clId="{B81CFF41-7453-4AB5-A0BF-1E51A64F1F21}" dt="2026-07-17T11:12:48.210" v="3" actId="478"/>
          <ac:picMkLst>
            <pc:docMk/>
            <pc:sldMk cId="0" sldId="263"/>
            <ac:picMk id="4" creationId="{00000000-0000-0000-0000-000000000000}"/>
          </ac:picMkLst>
        </pc:picChg>
        <pc:picChg chg="del">
          <ac:chgData name="종현 윤" userId="1a0b240d391ae9a7" providerId="LiveId" clId="{B81CFF41-7453-4AB5-A0BF-1E51A64F1F21}" dt="2026-07-17T11:12:48.210" v="3" actId="478"/>
          <ac:picMkLst>
            <pc:docMk/>
            <pc:sldMk cId="0" sldId="263"/>
            <ac:picMk id="11" creationId="{00000000-0000-0000-0000-000000000000}"/>
          </ac:picMkLst>
        </pc:picChg>
      </pc:sldChg>
      <pc:sldChg chg="delSp mod">
        <pc:chgData name="종현 윤" userId="1a0b240d391ae9a7" providerId="LiveId" clId="{B81CFF41-7453-4AB5-A0BF-1E51A64F1F21}" dt="2026-07-17T11:12:37.482" v="2" actId="478"/>
        <pc:sldMkLst>
          <pc:docMk/>
          <pc:sldMk cId="0" sldId="266"/>
        </pc:sldMkLst>
        <pc:spChg chg="del">
          <ac:chgData name="종현 윤" userId="1a0b240d391ae9a7" providerId="LiveId" clId="{B81CFF41-7453-4AB5-A0BF-1E51A64F1F21}" dt="2026-07-17T11:12:37.482" v="2" actId="478"/>
          <ac:spMkLst>
            <pc:docMk/>
            <pc:sldMk cId="0" sldId="266"/>
            <ac:spMk id="4" creationId="{00000000-0000-0000-0000-000000000000}"/>
          </ac:spMkLst>
        </pc:spChg>
      </pc:sldChg>
      <pc:sldChg chg="addSp delSp modSp new mod ord setBg">
        <pc:chgData name="종현 윤" userId="1a0b240d391ae9a7" providerId="LiveId" clId="{B81CFF41-7453-4AB5-A0BF-1E51A64F1F21}" dt="2026-07-17T11:15:24.596" v="159" actId="1076"/>
        <pc:sldMkLst>
          <pc:docMk/>
          <pc:sldMk cId="3164106258" sldId="267"/>
        </pc:sldMkLst>
        <pc:spChg chg="add del">
          <ac:chgData name="종현 윤" userId="1a0b240d391ae9a7" providerId="LiveId" clId="{B81CFF41-7453-4AB5-A0BF-1E51A64F1F21}" dt="2026-07-17T11:13:44.017" v="151" actId="478"/>
          <ac:spMkLst>
            <pc:docMk/>
            <pc:sldMk cId="3164106258" sldId="267"/>
            <ac:spMk id="2" creationId="{51A9BDDC-FB7C-DA4B-B228-DC30E0A69F9B}"/>
          </ac:spMkLst>
        </pc:spChg>
        <pc:spChg chg="add">
          <ac:chgData name="종현 윤" userId="1a0b240d391ae9a7" providerId="LiveId" clId="{B81CFF41-7453-4AB5-A0BF-1E51A64F1F21}" dt="2026-07-17T11:14:35.130" v="153" actId="26606"/>
          <ac:spMkLst>
            <pc:docMk/>
            <pc:sldMk cId="3164106258" sldId="267"/>
            <ac:spMk id="9" creationId="{F3060C83-F051-4F0E-ABAD-AA0DFC48B218}"/>
          </ac:spMkLst>
        </pc:spChg>
        <pc:spChg chg="add">
          <ac:chgData name="종현 윤" userId="1a0b240d391ae9a7" providerId="LiveId" clId="{B81CFF41-7453-4AB5-A0BF-1E51A64F1F21}" dt="2026-07-17T11:14:35.130" v="153" actId="26606"/>
          <ac:spMkLst>
            <pc:docMk/>
            <pc:sldMk cId="3164106258" sldId="267"/>
            <ac:spMk id="11" creationId="{83C98ABE-055B-441F-B07E-44F97F083C39}"/>
          </ac:spMkLst>
        </pc:spChg>
        <pc:spChg chg="add">
          <ac:chgData name="종현 윤" userId="1a0b240d391ae9a7" providerId="LiveId" clId="{B81CFF41-7453-4AB5-A0BF-1E51A64F1F21}" dt="2026-07-17T11:14:35.130" v="153" actId="26606"/>
          <ac:spMkLst>
            <pc:docMk/>
            <pc:sldMk cId="3164106258" sldId="267"/>
            <ac:spMk id="13" creationId="{29FDB030-9B49-4CED-8CCD-4D99382388AC}"/>
          </ac:spMkLst>
        </pc:spChg>
        <pc:spChg chg="add">
          <ac:chgData name="종현 윤" userId="1a0b240d391ae9a7" providerId="LiveId" clId="{B81CFF41-7453-4AB5-A0BF-1E51A64F1F21}" dt="2026-07-17T11:14:35.130" v="153" actId="26606"/>
          <ac:spMkLst>
            <pc:docMk/>
            <pc:sldMk cId="3164106258" sldId="267"/>
            <ac:spMk id="15" creationId="{3783CA14-24A1-485C-8B30-D6A5D87987AD}"/>
          </ac:spMkLst>
        </pc:spChg>
        <pc:spChg chg="add">
          <ac:chgData name="종현 윤" userId="1a0b240d391ae9a7" providerId="LiveId" clId="{B81CFF41-7453-4AB5-A0BF-1E51A64F1F21}" dt="2026-07-17T11:14:35.130" v="153" actId="26606"/>
          <ac:spMkLst>
            <pc:docMk/>
            <pc:sldMk cId="3164106258" sldId="267"/>
            <ac:spMk id="17" creationId="{9A97C86A-04D6-40F7-AE84-31AB43E6A846}"/>
          </ac:spMkLst>
        </pc:spChg>
        <pc:spChg chg="add">
          <ac:chgData name="종현 윤" userId="1a0b240d391ae9a7" providerId="LiveId" clId="{B81CFF41-7453-4AB5-A0BF-1E51A64F1F21}" dt="2026-07-17T11:14:35.130" v="153" actId="26606"/>
          <ac:spMkLst>
            <pc:docMk/>
            <pc:sldMk cId="3164106258" sldId="267"/>
            <ac:spMk id="19" creationId="{FF9F2414-84E8-453E-B1F3-389FDE8192D9}"/>
          </ac:spMkLst>
        </pc:spChg>
        <pc:spChg chg="add">
          <ac:chgData name="종현 윤" userId="1a0b240d391ae9a7" providerId="LiveId" clId="{B81CFF41-7453-4AB5-A0BF-1E51A64F1F21}" dt="2026-07-17T11:14:35.130" v="153" actId="26606"/>
          <ac:spMkLst>
            <pc:docMk/>
            <pc:sldMk cId="3164106258" sldId="267"/>
            <ac:spMk id="21" creationId="{3ECA69A1-7536-43AC-85EF-C7106179F5ED}"/>
          </ac:spMkLst>
        </pc:spChg>
        <pc:picChg chg="add mod">
          <ac:chgData name="종현 윤" userId="1a0b240d391ae9a7" providerId="LiveId" clId="{B81CFF41-7453-4AB5-A0BF-1E51A64F1F21}" dt="2026-07-17T11:15:24.596" v="159" actId="1076"/>
          <ac:picMkLst>
            <pc:docMk/>
            <pc:sldMk cId="3164106258" sldId="267"/>
            <ac:picMk id="4" creationId="{8707CBFF-7F3B-3ECC-BF07-77E9C15CCD7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07CBFF-7F3B-3ECC-BF07-77E9C15CC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881" y="1292326"/>
            <a:ext cx="8338238" cy="4273348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0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0" y="2009775"/>
            <a:ext cx="4762500" cy="3057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5881836"/>
            <a:ext cx="511016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Plus Jakarta Sans SemiBold"/>
              </a:rPr>
              <a:t>전체 보드 타일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10312" y="4829472"/>
            <a:ext cx="5110162" cy="709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보드는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9×4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형태로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긴밀히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이어진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36개의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순환형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타일로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이루어져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있습니다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. </a:t>
            </a:r>
            <a:r>
              <a:rPr lang="ko-KR" altLang="en-US" sz="1200" b="0" i="0" u="none" dirty="0">
                <a:solidFill>
                  <a:srgbClr val="CBD5E1"/>
                </a:solidFill>
                <a:latin typeface="Plus Jakarta Sans"/>
              </a:rPr>
              <a:t>플레이어는 위 보드를 따라 움직이며</a:t>
            </a:r>
            <a:r>
              <a:rPr lang="en-US" altLang="ko-KR" sz="1200" b="0" i="0" u="none" dirty="0">
                <a:solidFill>
                  <a:srgbClr val="CBD5E1"/>
                </a:solidFill>
                <a:latin typeface="Plus Jakarta Sans"/>
              </a:rPr>
              <a:t>, </a:t>
            </a:r>
            <a:r>
              <a:rPr lang="ko-KR" altLang="en-US" sz="1200" b="0" i="0" u="none" dirty="0">
                <a:solidFill>
                  <a:srgbClr val="CBD5E1"/>
                </a:solidFill>
                <a:latin typeface="Plus Jakarta Sans"/>
              </a:rPr>
              <a:t>플레이어 턴이 종료되면 시작 지점에서 적 몬스터가 하나 </a:t>
            </a:r>
            <a:r>
              <a:rPr lang="ko-KR" altLang="en-US" sz="1200" b="0" i="0" u="none" dirty="0" err="1">
                <a:solidFill>
                  <a:srgbClr val="CBD5E1"/>
                </a:solidFill>
                <a:latin typeface="Plus Jakarta Sans"/>
              </a:rPr>
              <a:t>스폰되어</a:t>
            </a:r>
            <a:r>
              <a:rPr lang="ko-KR" altLang="en-US" sz="1200" b="0" i="0" u="none" dirty="0">
                <a:solidFill>
                  <a:srgbClr val="CBD5E1"/>
                </a:solidFill>
                <a:latin typeface="Plus Jakarta Sans"/>
              </a:rPr>
              <a:t> 움직입니다</a:t>
            </a:r>
            <a:r>
              <a:rPr lang="en-US" altLang="ko-KR" sz="1200" b="0" i="0" u="none" dirty="0">
                <a:solidFill>
                  <a:srgbClr val="CBD5E1"/>
                </a:solidFill>
                <a:latin typeface="Plus Jakarta Sans"/>
              </a:rPr>
              <a:t>.</a:t>
            </a:r>
            <a:endParaRPr sz="1200" b="0" i="0" u="none" dirty="0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10313" y="4293133"/>
            <a:ext cx="5686218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보드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구성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: 9×4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그리드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루프</a:t>
            </a:r>
            <a:endParaRPr sz="2850" b="1" i="0" u="none" dirty="0">
              <a:solidFill>
                <a:srgbClr val="F8FAFC"/>
              </a:solidFill>
              <a:latin typeface="Plus Jakarta Sans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5BE1C1F-089E-5AA9-4563-D6DE3EB2EF85}"/>
              </a:ext>
            </a:extLst>
          </p:cNvPr>
          <p:cNvGrpSpPr/>
          <p:nvPr/>
        </p:nvGrpSpPr>
        <p:grpSpPr>
          <a:xfrm>
            <a:off x="488004" y="1012440"/>
            <a:ext cx="7036746" cy="2526246"/>
            <a:chOff x="2577627" y="585321"/>
            <a:chExt cx="7036746" cy="2526246"/>
          </a:xfrm>
        </p:grpSpPr>
        <p:sp>
          <p:nvSpPr>
            <p:cNvPr id="10" name="다이아몬드 9">
              <a:extLst>
                <a:ext uri="{FF2B5EF4-FFF2-40B4-BE49-F238E27FC236}">
                  <a16:creationId xmlns:a16="http://schemas.microsoft.com/office/drawing/2014/main" id="{3E1D3040-C2B7-69D6-4BAE-65BCD95C19A9}"/>
                </a:ext>
              </a:extLst>
            </p:cNvPr>
            <p:cNvSpPr/>
            <p:nvPr/>
          </p:nvSpPr>
          <p:spPr>
            <a:xfrm>
              <a:off x="2577627" y="585321"/>
              <a:ext cx="7036746" cy="2526246"/>
            </a:xfrm>
            <a:prstGeom prst="diamond">
              <a:avLst/>
            </a:prstGeom>
            <a:solidFill>
              <a:schemeClr val="tx1"/>
            </a:solidFill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F23A1D02-5867-C2F4-B99E-E2DF25187DA5}"/>
                </a:ext>
              </a:extLst>
            </p:cNvPr>
            <p:cNvCxnSpPr/>
            <p:nvPr/>
          </p:nvCxnSpPr>
          <p:spPr>
            <a:xfrm flipV="1">
              <a:off x="3015574" y="719847"/>
              <a:ext cx="3443592" cy="1289928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1BA4E079-6063-AF04-9ADE-5D6C6794BAFD}"/>
                </a:ext>
              </a:extLst>
            </p:cNvPr>
            <p:cNvCxnSpPr>
              <a:cxnSpLocks/>
            </p:cNvCxnSpPr>
            <p:nvPr/>
          </p:nvCxnSpPr>
          <p:spPr>
            <a:xfrm>
              <a:off x="3083668" y="1646039"/>
              <a:ext cx="3443592" cy="1252804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6CBC00E-38BC-D6A0-2F1B-04C0084F6F02}"/>
                </a:ext>
              </a:extLst>
            </p:cNvPr>
            <p:cNvCxnSpPr>
              <a:cxnSpLocks/>
            </p:cNvCxnSpPr>
            <p:nvPr/>
          </p:nvCxnSpPr>
          <p:spPr>
            <a:xfrm>
              <a:off x="5740130" y="715649"/>
              <a:ext cx="3480678" cy="1294126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F4E9E8E6-7144-C579-416C-817BC7936B7B}"/>
                </a:ext>
              </a:extLst>
            </p:cNvPr>
            <p:cNvCxnSpPr/>
            <p:nvPr/>
          </p:nvCxnSpPr>
          <p:spPr>
            <a:xfrm flipV="1">
              <a:off x="5672036" y="1622580"/>
              <a:ext cx="3443592" cy="1289928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1525" y="2719387"/>
            <a:ext cx="1064895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0297" y="2814637"/>
            <a:ext cx="257157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 err="1">
                <a:solidFill>
                  <a:srgbClr val="F8FAFC"/>
                </a:solidFill>
                <a:latin typeface="Plus Jakarta Sans SemiBold"/>
              </a:rPr>
              <a:t>주사위</a:t>
            </a:r>
            <a:r>
              <a:rPr sz="1500" b="0" i="0" u="none" dirty="0">
                <a:solidFill>
                  <a:srgbClr val="F8FAFC"/>
                </a:solidFill>
                <a:latin typeface="Plus Jakarta Sans SemiBold"/>
              </a:rPr>
              <a:t> </a:t>
            </a:r>
            <a:r>
              <a:rPr sz="1500" b="0" i="0" u="none" dirty="0" err="1">
                <a:solidFill>
                  <a:srgbClr val="F8FAFC"/>
                </a:solidFill>
                <a:latin typeface="Plus Jakarta Sans SemiBold"/>
              </a:rPr>
              <a:t>롤링</a:t>
            </a:r>
            <a:endParaRPr sz="1500" b="0" i="0" u="none" dirty="0">
              <a:solidFill>
                <a:srgbClr val="F8FAFC"/>
              </a:solidFill>
              <a:latin typeface="Plus Jakarta Sans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1525" y="3186112"/>
            <a:ext cx="2449115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턴이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시작되면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2개의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주사위를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굴립니다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3525" y="2814637"/>
            <a:ext cx="257157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보드 이동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4753" y="3186112"/>
            <a:ext cx="244911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나온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주사위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눈의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총합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만큼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36칸의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보드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위를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이동합니다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6754" y="2814637"/>
            <a:ext cx="257157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타일 액션 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982" y="3186112"/>
            <a:ext cx="2449115" cy="633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도착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타일에서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타워</a:t>
            </a:r>
            <a:r>
              <a:rPr lang="ko-KR" altLang="en-US" sz="1050" b="0" i="0" u="none" dirty="0">
                <a:solidFill>
                  <a:srgbClr val="CBD5E1"/>
                </a:solidFill>
                <a:latin typeface="Plus Jakarta Sans"/>
              </a:rPr>
              <a:t>를 건설합니다</a:t>
            </a:r>
            <a:r>
              <a:rPr lang="en-US" altLang="ko-KR" sz="1050" b="0" i="0" u="none" dirty="0">
                <a:solidFill>
                  <a:srgbClr val="CBD5E1"/>
                </a:solidFill>
                <a:latin typeface="Plus Jakarta Sans"/>
              </a:rPr>
              <a:t>.</a:t>
            </a:r>
            <a:br>
              <a:rPr lang="en-US" altLang="ko-KR" sz="1050" b="0" i="0" u="none" dirty="0">
                <a:solidFill>
                  <a:srgbClr val="CBD5E1"/>
                </a:solidFill>
                <a:latin typeface="Plus Jakarta Sans"/>
              </a:rPr>
            </a:br>
            <a:r>
              <a:rPr lang="ko-KR" altLang="en-US" sz="1050" dirty="0">
                <a:solidFill>
                  <a:srgbClr val="CBD5E1"/>
                </a:solidFill>
                <a:latin typeface="Plus Jakarta Sans"/>
              </a:rPr>
              <a:t>지역에 이미 타워가 있다면</a:t>
            </a:r>
            <a:r>
              <a:rPr lang="en-US" altLang="ko-KR" sz="1050" dirty="0">
                <a:solidFill>
                  <a:srgbClr val="CBD5E1"/>
                </a:solidFill>
                <a:latin typeface="Plus Jakarta Sans"/>
              </a:rPr>
              <a:t>, </a:t>
            </a:r>
            <a:r>
              <a:rPr lang="ko-KR" altLang="en-US" sz="1050" dirty="0">
                <a:solidFill>
                  <a:srgbClr val="CBD5E1"/>
                </a:solidFill>
                <a:latin typeface="Plus Jakarta Sans"/>
              </a:rPr>
              <a:t>대신 타워를 강화합니다</a:t>
            </a:r>
            <a:r>
              <a:rPr lang="en-US" altLang="ko-KR" sz="1050" dirty="0">
                <a:solidFill>
                  <a:srgbClr val="CBD5E1"/>
                </a:solidFill>
                <a:latin typeface="Plus Jakarta Sans"/>
              </a:rPr>
              <a:t>.</a:t>
            </a:r>
            <a:endParaRPr sz="1050" b="0" i="0" u="none" dirty="0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09982" y="2814637"/>
            <a:ext cx="257157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 err="1">
                <a:solidFill>
                  <a:srgbClr val="F8FAFC"/>
                </a:solidFill>
                <a:latin typeface="Plus Jakarta Sans SemiBold"/>
              </a:rPr>
              <a:t>몬스터</a:t>
            </a:r>
            <a:r>
              <a:rPr sz="1500" b="0" i="0" u="none" dirty="0">
                <a:solidFill>
                  <a:srgbClr val="F8FAFC"/>
                </a:solidFill>
                <a:latin typeface="Plus Jakarta Sans SemiBold"/>
              </a:rPr>
              <a:t> </a:t>
            </a:r>
            <a:r>
              <a:rPr lang="ko-KR" altLang="en-US" sz="1500" dirty="0">
                <a:solidFill>
                  <a:srgbClr val="F8FAFC"/>
                </a:solidFill>
                <a:latin typeface="Plus Jakarta Sans SemiBold"/>
              </a:rPr>
              <a:t>턴</a:t>
            </a:r>
            <a:endParaRPr sz="1500" b="0" i="0" u="none" dirty="0">
              <a:solidFill>
                <a:srgbClr val="F8FAFC"/>
              </a:solidFill>
              <a:latin typeface="Plus Jakarta Sans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71210" y="3186112"/>
            <a:ext cx="2449115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새로운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몬스터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CBD5E1"/>
                </a:solidFill>
                <a:latin typeface="Plus Jakarta Sans"/>
              </a:rPr>
              <a:t>출현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, 전</a:t>
            </a:r>
            <a:r>
              <a:rPr lang="ko-KR" altLang="en-US" sz="1050" b="0" i="0" u="none" dirty="0">
                <a:solidFill>
                  <a:srgbClr val="CBD5E1"/>
                </a:solidFill>
                <a:latin typeface="Plus Jakarta Sans"/>
              </a:rPr>
              <a:t>진</a:t>
            </a:r>
            <a:endParaRPr sz="1050" b="0" i="0" u="none" dirty="0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1525" y="581025"/>
            <a:ext cx="1118139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게임 진행: 플레이어와 몬스터의 턴 구조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207" y="2290762"/>
            <a:ext cx="285750" cy="285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436" y="2290762"/>
            <a:ext cx="285750" cy="2857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664" y="2290762"/>
            <a:ext cx="285750" cy="285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2893" y="2290762"/>
            <a:ext cx="2857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940" y="2441376"/>
            <a:ext cx="3390900" cy="27467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965" y="2441376"/>
            <a:ext cx="3390900" cy="27467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73215" y="3355776"/>
            <a:ext cx="294036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rgbClr val="F8FAFC"/>
                </a:solidFill>
                <a:latin typeface="Plus Jakarta Sans SemiBold"/>
              </a:rPr>
              <a:t>눈의</a:t>
            </a:r>
            <a:r>
              <a:rPr sz="1800" b="0" i="0" u="none" dirty="0">
                <a:solidFill>
                  <a:srgbClr val="F8FAFC"/>
                </a:solidFill>
                <a:latin typeface="Plus Jakarta Sans SemiBold"/>
              </a:rPr>
              <a:t> </a:t>
            </a:r>
            <a:r>
              <a:rPr sz="1800" b="0" i="0" u="none" dirty="0" err="1">
                <a:solidFill>
                  <a:srgbClr val="F8FAFC"/>
                </a:solidFill>
                <a:latin typeface="Plus Jakarta Sans SemiBold"/>
              </a:rPr>
              <a:t>등장</a:t>
            </a:r>
            <a:r>
              <a:rPr sz="1800" b="0" i="0" u="none" dirty="0">
                <a:solidFill>
                  <a:srgbClr val="F8FAFC"/>
                </a:solidFill>
                <a:latin typeface="Plus Jakarta Sans SemiBold"/>
              </a:rPr>
              <a:t> </a:t>
            </a:r>
            <a:r>
              <a:rPr sz="1800" b="0" i="0" u="none" dirty="0" err="1">
                <a:solidFill>
                  <a:srgbClr val="F8FAFC"/>
                </a:solidFill>
                <a:latin typeface="Plus Jakarta Sans SemiBold"/>
              </a:rPr>
              <a:t>확률</a:t>
            </a:r>
            <a:r>
              <a:rPr sz="1800" b="0" i="0" u="none" dirty="0">
                <a:solidFill>
                  <a:srgbClr val="F8FAFC"/>
                </a:solidFill>
                <a:latin typeface="Plus Jakarta Sans SemiBold"/>
              </a:rPr>
              <a:t> </a:t>
            </a:r>
            <a:r>
              <a:rPr sz="1800" b="0" i="0" u="none" dirty="0" err="1">
                <a:solidFill>
                  <a:srgbClr val="F8FAFC"/>
                </a:solidFill>
                <a:latin typeface="Plus Jakarta Sans SemiBold"/>
              </a:rPr>
              <a:t>조작</a:t>
            </a:r>
            <a:endParaRPr sz="1800" b="0" i="0" u="none" dirty="0">
              <a:solidFill>
                <a:srgbClr val="F8FAFC"/>
              </a:solidFill>
              <a:latin typeface="Plus Jakarta Sans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73215" y="3774876"/>
            <a:ext cx="28003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성장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포인트를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사용해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주사위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특정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면의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눈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크기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혹은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형태를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강화하여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원하는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값이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나올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수학적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분포도를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비틀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수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있습니다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2240" y="3355776"/>
            <a:ext cx="294036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8FAFC"/>
                </a:solidFill>
                <a:latin typeface="Plus Jakarta Sans SemiBold"/>
              </a:rPr>
              <a:t>불필요 숫자 제거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2240" y="3774876"/>
            <a:ext cx="2800350" cy="952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플레이어에게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불리하거나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도달을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피하고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싶은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타일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거리를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무력화하기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위해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,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특정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숫자를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주사위에서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완전히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lang="ko-KR" altLang="en-US" sz="1200" dirty="0" err="1">
                <a:solidFill>
                  <a:srgbClr val="CBD5E1"/>
                </a:solidFill>
                <a:latin typeface="Plus Jakarta Sans"/>
              </a:rPr>
              <a:t>제거할할</a:t>
            </a:r>
            <a:r>
              <a:rPr lang="ko-KR" altLang="en-US" sz="1200" dirty="0">
                <a:solidFill>
                  <a:srgbClr val="CBD5E1"/>
                </a:solidFill>
                <a:latin typeface="Plus Jakarta Sans"/>
              </a:rPr>
              <a:t> 수 있습니다</a:t>
            </a:r>
            <a:r>
              <a:rPr lang="en-US" altLang="ko-KR" sz="1200" dirty="0">
                <a:solidFill>
                  <a:srgbClr val="CBD5E1"/>
                </a:solidFill>
                <a:latin typeface="Plus Jakarta Sans"/>
              </a:rPr>
              <a:t>.</a:t>
            </a:r>
            <a:endParaRPr sz="1200" b="0" i="0" u="none" dirty="0">
              <a:solidFill>
                <a:srgbClr val="CBD5E1"/>
              </a:solidFill>
              <a:latin typeface="Plus Jakarta Sans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3215" y="2765226"/>
            <a:ext cx="29646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240" y="2765226"/>
            <a:ext cx="296465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1525" y="581025"/>
            <a:ext cx="1118139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주사위 시스템: 확률의 수동 조율과 성장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00250" y="2458640"/>
            <a:ext cx="86201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Plus Jakarta Sans"/>
              </a:rPr>
              <a:t>주사위를 조종하여 지배하는 짜릿함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: 주사위 게임의 고질적 문제인 무작위적 패배를 플레이어가 능동적인 조율을 통해 완전한 확률 극복감으로 전환시킵니다.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250" y="3136701"/>
            <a:ext cx="86201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Plus Jakarta Sans"/>
              </a:rPr>
              <a:t>이동 루트 설계 자체가 곧 빌드 구축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: 어느 지점에 정착하고 투자할 것인지 매 라운드 보드 위를 걷는 플레이어의 고민이 긴장감을 극도화합니다.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250" y="3814762"/>
            <a:ext cx="8620125" cy="465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 err="1">
                <a:solidFill>
                  <a:srgbClr val="F8FAFC"/>
                </a:solidFill>
                <a:latin typeface="Plus Jakarta Sans"/>
              </a:rPr>
              <a:t>수학적</a:t>
            </a:r>
            <a:r>
              <a:rPr sz="120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F8FAFC"/>
                </a:solidFill>
                <a:latin typeface="Plus Jakarta Sans"/>
              </a:rPr>
              <a:t>법칙과</a:t>
            </a:r>
            <a:r>
              <a:rPr sz="120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ko-KR" altLang="en-US" sz="1200" b="1" i="0" u="none" dirty="0">
                <a:solidFill>
                  <a:srgbClr val="F8FAFC"/>
                </a:solidFill>
                <a:latin typeface="Plus Jakarta Sans"/>
              </a:rPr>
              <a:t>속성 시스템의 </a:t>
            </a:r>
            <a:r>
              <a:rPr sz="1200" b="1" i="0" u="none" dirty="0" err="1">
                <a:solidFill>
                  <a:srgbClr val="F8FAFC"/>
                </a:solidFill>
                <a:latin typeface="Plus Jakarta Sans"/>
              </a:rPr>
              <a:t>조화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: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배수에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맞춘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직관적인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속성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배치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방식을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고안하여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,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복잡한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공식이나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룰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없이도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유기적인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전술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시너지를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직관적으로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관찰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가능합니다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50" y="4492823"/>
            <a:ext cx="86201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 err="1">
                <a:solidFill>
                  <a:srgbClr val="F8FAFC"/>
                </a:solidFill>
                <a:latin typeface="Plus Jakarta Sans"/>
              </a:rPr>
              <a:t>몬스터</a:t>
            </a:r>
            <a:r>
              <a:rPr sz="120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F8FAFC"/>
                </a:solidFill>
                <a:latin typeface="Plus Jakarta Sans"/>
              </a:rPr>
              <a:t>흐름</a:t>
            </a:r>
            <a:r>
              <a:rPr sz="120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F8FAFC"/>
                </a:solidFill>
                <a:latin typeface="Plus Jakarta Sans"/>
              </a:rPr>
              <a:t>예측과</a:t>
            </a:r>
            <a:r>
              <a:rPr sz="120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F8FAFC"/>
                </a:solidFill>
                <a:latin typeface="Plus Jakarta Sans"/>
              </a:rPr>
              <a:t>함정</a:t>
            </a:r>
            <a:r>
              <a:rPr sz="120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F8FAFC"/>
                </a:solidFill>
                <a:latin typeface="Plus Jakarta Sans"/>
              </a:rPr>
              <a:t>구축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: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적들의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다음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행보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속도와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이동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거리를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지형지물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상에서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영리하게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끊고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흔드는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고품격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타워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디펜스의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전략성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완비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472928"/>
            <a:ext cx="148232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3150989"/>
            <a:ext cx="148232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625" y="3829050"/>
            <a:ext cx="148232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25" y="4507110"/>
            <a:ext cx="148232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1525" y="581025"/>
            <a:ext cx="1118139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핵심 차별성: 이 게임이 제공할 오리지널 쾌감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5301" y="2511772"/>
            <a:ext cx="11181397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 dirty="0">
                <a:solidFill>
                  <a:srgbClr val="F8FAFC"/>
                </a:solidFill>
                <a:latin typeface="Plus Jakarta Sans ExtraBold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4146202"/>
            <a:ext cx="106489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00000"/>
                </a:solidFill>
                <a:latin typeface="Plus Jakarta Sans"/>
              </a:rPr>
              <a:t>Development &amp; Pitch Team | contact@dicetd-boardgame.com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257</Words>
  <Application>Microsoft Office PowerPoint</Application>
  <PresentationFormat>와이드스크린</PresentationFormat>
  <Paragraphs>24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Plus Jakarta Sans</vt:lpstr>
      <vt:lpstr>Plus Jakarta Sans ExtraBold</vt:lpstr>
      <vt:lpstr>Plus Jakarta Sans SemiBold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윤종현</dc:creator>
  <cp:keywords/>
  <dc:description>generated using python-pptx</dc:description>
  <cp:lastModifiedBy>종현 윤</cp:lastModifiedBy>
  <cp:revision>2</cp:revision>
  <dcterms:created xsi:type="dcterms:W3CDTF">2013-01-27T09:14:16Z</dcterms:created>
  <dcterms:modified xsi:type="dcterms:W3CDTF">2026-07-17T11:17:01Z</dcterms:modified>
  <cp:category/>
</cp:coreProperties>
</file>